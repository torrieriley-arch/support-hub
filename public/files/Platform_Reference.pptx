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·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</a:t>
            </a:r>
            <a:pPr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URLs and platform terminology in one place 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portal, admin tool, acronym, and term you'll encounter.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Portal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352544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18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657600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Acronyms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005072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Terms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4352544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Terms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Portal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have one production portal. Everything they manage on the Chowly Platform lives inside the Restaurant Control Center.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53312"/>
            <a:ext cx="169164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353312"/>
            <a:ext cx="23317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353312"/>
            <a:ext cx="41148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1907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Control Center (RCC)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1719072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https://chowly.app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operator dashboard. Marketing Website, online ordering store tools and settings, on-demand resyncs, menu and hours review, order management, email campaigns, loyalty program, promo codes, media library, customer surveys, and analytics.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Admin Portals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Admin &amp; Ops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169164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3317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41148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06424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Admin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1106424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admin.chowlyinc.com/admin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106424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back office. Manage organizations, partners, platforms, integrations, and settings.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6479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Plaunch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https://plaunch.me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1764792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launch and management. Prepare, review, and publish menus to ordering platforms.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 (Internal)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https://chowly.app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423160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 teams use the same dashboard as operators for troubleshooting and config.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054096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081528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Builder (Maglev)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0280" y="3081528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sites.chowly.app/admin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081528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Maglev CMS for the Marketing Website product.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39896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40280" y="3739896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marketing.chowly.app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3739896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admin for email campaign creation, scheduling, and management.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70832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398264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Super Admin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40280" y="4398264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prod-coo-superadmin.chowly.io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398264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COO controls. Requires Tailscale VPN + personal account (#it-support).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5029200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505663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Brand CMS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40280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prod-coo-brandcms.chowly.io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09160" y="5056632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ordering site branding per brand. Per-brand credentials in 1Password (Koala | Brand CMS Vault).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&amp; POS-Specific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169164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3317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41148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06424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1106424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garcon.chowlyinc.com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106424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 app. Sends orders from Plaunch to the restaurant POS. Powers COO order injection.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6479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Aperitif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aperitif.chowlyinc.com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1764792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review and sales reporting. RCC has largely replaced this tool.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Dejeuner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toos.menu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423160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editing, copying, and publishing across partners and TOOS. RCC has largely replaced this tool.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054096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081528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SpotOn App Admin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0280" y="3081528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spoton.chowlyinc.com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081528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interface for SpotOn POS integration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Credentials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169164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3317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41148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06424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 (default)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1106424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Admin, Plaunch, RCC, Site Builder, Email Marketing App, Aperitif, Garcon, Dejeuner, SpotOn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106424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@chowlyinc.com Gmail. Active Admin back-office access is role-restricted. Request role in #it-support.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6479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1Password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Brand CMS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1764792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per-brand username and password — not Google SSO. Logins in Koala | Brand CMS Vault. Request vault access in #it-support.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8412480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23160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VPN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Super Admin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423160"/>
            <a:ext cx="4114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must be active. Personal Super Admin account also required. Request both in #it-support.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9144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1031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50749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4480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097280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Manager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097280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post-sale relationship with restaurant accounts. Drives adoption, retention, and expansion.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91056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1591056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Account Manager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1591056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technical onboarding, configuration, and escalations. Bridges CS and Engineering for complex setups.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66544"/>
            <a:ext cx="8412480" cy="4480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084832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2084832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Development Representative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2084832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and lead qualification. Identifies and qualifies restaurants before handing off to an AE.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84124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578608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578608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new Platform deals and expansions. Runs demos, negotiates contracts, partners with CSMs at handoff.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54096"/>
            <a:ext cx="8412480" cy="4480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072384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3072384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3072384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internal creative team (Ana Hernandez + team). Configures COO brand appearance and reviews AI email campaigns.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547872"/>
            <a:ext cx="84124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66160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/ Quality Control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3566160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releases and platform configs before they reach customers. Also the internal QAQC team and #platform-qaqc Slack channel.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041648"/>
            <a:ext cx="8412480" cy="4480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059936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11880" y="4059936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process for launching a product or feature. Chowly Platform had a GTM launch in December 2024.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535424"/>
            <a:ext cx="8412480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553712"/>
            <a:ext cx="9144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1 Team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17320" y="4553712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4553712"/>
            <a:ext cx="50749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completing all account setup and configuration before the first onboarding call.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Acronyms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Acronyms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9144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1031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50749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097280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Control Center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097280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at chowly.app. Operators manage menus, platform connections, orders, analytics, and account settings.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36192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1536192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 Online Ordering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1536192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first-party ordering product. Lets restaurants take orders directly without a marketplace fee.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841248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975104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1975104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Website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1975104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restaurant's public-facing website hosted by Chowly. Built through the Website Builder.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395728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414016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2414016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Builder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414016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editor for building and managing the Marketing Website. Powered by MaglevCMS with drag-and-drop sections.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852928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2852928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2852928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original marketplace-to-POS integration. Connects DoorDash, Uber Eats, and Grubhub directly to a restaurant's POS.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291840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3291840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 &amp; Reconciliation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3291840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management and payout reconciliation. Tracks chargebacks and recovers lost revenue.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0752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3730752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11880" y="3730752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restaurant's free Google listing. Managed in RCC via Digital Marketing, powered by Targetable.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151376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169664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17320" y="4169664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Manager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4169664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Cloudinary-backed image library for restaurant brand photos, logos, and menu images.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590288"/>
            <a:ext cx="8412480" cy="393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608576"/>
            <a:ext cx="91440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417320" y="4608576"/>
            <a:ext cx="2103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 System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11880" y="4608576"/>
            <a:ext cx="50749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for managing website or app content. The COO CMS configures ordering experience appearance and content.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Terms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Terms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9144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1031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50749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097280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097280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restaurants use to take orders and process payments. Common: Toast, Square, NCR, Breadcrumb, Clover. Chowly integrates with 15+.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453896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472184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1472184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Online Ordering System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1472184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delivery marketplace — DoorDash, Uber Eats, Grubhub, Google Food Ordering. Orders flow via Chowly DI.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8412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1847088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1847088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way for software systems to communicate. Connects RCC, POS systems, ordering platforms, and third-party tools.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203704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221992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2221992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221992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cloud infrastructure. Hosts the API, databases, S3, SES, and SQS.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578608"/>
            <a:ext cx="8412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596896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2596896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2596896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BI platform. Powers embedded analytics dashboards in RCC and provides contact data for Email Marketing.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53512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971800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2971800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Email 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2971800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email delivery service used by Chowly Email Marketing. Handles bounce and complaint tracking.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328416"/>
            <a:ext cx="8412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Maglev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3346704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MaglevCMS Pro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11880" y="3346704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CMS powering the Website Builder. Provides drag-and-drop sections, page management, and static site publishing.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703320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721608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17320" y="3721608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3721608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cloud data warehouse. Backs customer survey analytics and sources Sigma for BI reporting.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078224"/>
            <a:ext cx="8412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096512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417320" y="4096512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11880" y="4096512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image storage and transformation service. Used for DAM, email hero images, and Website Builder media.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453128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471416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17320" y="4471416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11880" y="4471416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provider powering Customer Surveys. Manages toll-free SMS delivery and collects diner feedback.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828032"/>
            <a:ext cx="841248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Targetable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417320" y="4846320"/>
            <a:ext cx="21031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11880" y="4846320"/>
            <a:ext cx="50749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partner for Google Business Profile management and email campaign creation. Integrated into RCC Digital Marketing.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Operations Terms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Operations Terms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9144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1031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50749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097280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Medium Business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097280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Chowly's core restaurant segment — independent operators and small chains with fewer than ~100 locations.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72768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1572768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1572768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commitment to response or resolution times for support issues.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048256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2048256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2048256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for a repeatable task. Chowly SOPs live in Confluence.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505456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523744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2523744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523744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or link prompting action — 'Order Now', 'Sign Up'. Used in email campaigns, banners, and pop-ups.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80944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999232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2999232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One Get One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2999232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type where customers buy one item and receive another free. Available in RCC Digital Marketing for Square POS locations.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56432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474720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Upcharge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3474720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3474720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markup on menu item prices for a specific delivery platform, to offset marketplace commission fees.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950208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Buy-Down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3950208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11880" y="3950208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commission subsidy that reduces delivery cost to the customer. Tracked in RCC Analytics.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407408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425696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Parting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17320" y="4425696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4425696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the day into time blocks with different pricing (e.g., lunch vs. dinner). Used in Dynamic Pricing.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Operations Terms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·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40664"/>
            <a:ext cx="9144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740664"/>
            <a:ext cx="21031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740664"/>
            <a:ext cx="507492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97280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097280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097280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brand or company in Chowly's system. May own one or many locations.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72768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1572768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1880" y="1572768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restaurant location in Chowly's system. Also used in the Email Marketing codebase for a store location linked to an org.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048256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2048256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2048256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activating a new platform integration for a restaurant location. Can take minutes to hours.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505456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523744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86'd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2523744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523744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term for out of stock. In RCC Menu Management, 86-ing an item removes it from ordering platforms until re-enabled.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80944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999232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2999232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2999232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in email content (e.g., {{name}}, {{PROMO_CODE}}) replaced with real customer data at send time.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56432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474720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3474720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3474720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filtered group of email contacts used to target a specific campaign audience. Built with rule-based filters in Email Marketing.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8412480" cy="4297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950208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Quality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3950208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11880" y="3950208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AI-assessed grade for how well a food holiday fits a restaurant: perfect, good, or generic. Used in AI campaign generation.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407408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425696"/>
            <a:ext cx="91440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17320" y="4425696"/>
            <a:ext cx="21031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Gate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11880" y="4425696"/>
            <a:ext cx="5074920" cy="3931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 team review step in Email Marketing. AI-generated campaigns must pass QA before customers can see or approve them.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Reference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guide for the Chowly Support team.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latest version visit training.chowly.help/reference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5603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training.chowly.help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Reference — URLs &amp; Glossary</dc:title>
  <dc:subject>PptxGenJS Presentation</dc:subject>
  <dc:creator>PptxGenJS</dc:creator>
  <cp:lastModifiedBy>PptxGenJS</cp:lastModifiedBy>
  <cp:revision>1</cp:revision>
  <dcterms:created xsi:type="dcterms:W3CDTF">2026-06-25T20:52:48Z</dcterms:created>
  <dcterms:modified xsi:type="dcterms:W3CDTF">2026-06-25T20:52:48Z</dcterms:modified>
</cp:coreProperties>
</file>